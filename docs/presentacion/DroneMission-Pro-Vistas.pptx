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68" r:id="rId7"/>
    <p:sldId id="269" r:id="rId8"/>
    <p:sldId id="270" r:id="rId9"/>
    <p:sldId id="271" r:id="rId10"/>
    <p:sldId id="272" r:id="rId18"/>
    <p:sldId id="273" r:id="rId19"/>
    <p:sldId id="274" r:id="rId20"/>
    <p:sldId id="275" r:id="rId21"/>
    <p:sldId id="276" r:id="rId22"/>
    <p:sldId id="277" r:id="rId23"/>
    <p:sldId id="267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226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BB03A1-C24F-4AEB-9DD5-D5017ED06F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CB5780-3D57-4E6A-BC9A-0C96CD0512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2C3C22-A148-44B7-A587-4C8AE446112C}" type="datetime1">
              <a:rPr lang="es-ES" smtClean="0"/>
              <a:t>31/10/2023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363907-A416-496F-891A-9B09D46C50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4685EE-62FF-4BE0-9742-02426CC68A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AC5FDE1-B145-40CB-B667-FBD1AC713B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51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56567-9CC0-427B-B524-684936C3365D}" type="datetime1">
              <a:rPr lang="es-ES" smtClean="0"/>
              <a:pPr/>
              <a:t>31/10/2023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C5C198C-F94F-45D5-B9E3-B6FFB8BCAC7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940005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Presento DroneMission Pro: una plataforma web para planificar, asignar, ejecutar y reportar misiones de drones. El drone es virtual: sigue un plan de vuelo programado y envía telemetría simulada. Mostraré las cinco vistas de la arquitectura y luego una demo en vivo.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C198C-F94F-45D5-B9E3-B6FFB8BCAC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850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sistema es el círculo central. Alrededor están los 5 actores y el drone virtual. Cada flecha es información que entra o sale: el operador envía misiones y recibe disponibilidad; el piloto envía órdenes de vuelo e incidentes y recibe el plan de vuelo; el drone virtual recibe el plan programado y devuelve telemetría simulada; el cliente recibe reportes PDF.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5159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Componentes del sistema. El frontend React habla con el backend por HTTPS con un token JWT. Seguridad valida el token y el permiso. Gestión de misiones usa la interfaz IDisponibilidad de Flota; el simulador lee las misiones en vuelo; reportes usa ITelemetria. Auditoría y notificaciones escuchan los eventos de misión (patrón Observer). Todo persiste por los repositorios JPA.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52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Clases del dominio, cada una es una tabla. Mission es la entidad central: pertenece a un Client, tiene un plan de vuelo (Waypoint), telemetría, evidencias e incidentes. El drone y el piloto se asignan mediante MissionAssignment para conservar el historial. Un User tiene un Role y el Role agrupa Permissions (N:M).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91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código se organiza por módulo: drones, pilotos, misiones, telemetría, etc. Dentro de cada paquete se repite la misma estructura en capas: Controller (sin lógica), Service (reglas de negocio), Repository (datos) y Entity, más DTO y Mapper.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563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el equipo del usuario corre el navegador con la SPA. En el servidor de aplicaciones, Node o Nginx sirve el frontend y la JVM ejecuta el jar de Spring Boot en el puerto 8080. La base es PostgreSQL (o H2 embebida en desarrollo) y las evidencias se guardan en la carpeta uploads.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026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Gracias. Ahora haré la demostración en vivo: login, dashboard, crear una misión, asignar recursos, volar con el piloto y descargar el reporte.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C198C-F94F-45D5-B9E3-B6FFB8BCAC7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59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Builder construye y valida misiones. Strategy define el patrón de vuelo, la batería mínima y los drones compatibles por tipo de misión. Observer desacopla auditoría y notificaciones. Factory crea drones con valores por tipo. El enum MissionStatus es la máquina de 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casos de uso. Asignar recursos incluye validar disponibilidad; finalizar incluye generar el reporte; un incidente crítico extiende pausando la misión.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Borrador, pendiente, programada, en preparación, en vuelo, pausada y finalizada; se puede cancelar antes del vuelo. Una misión finalizada no se reabre y una cancelada no se inicia: el backend responde 409 si se intenta.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tablas en PostgreSQL con nombres en español, llaves primarias y foráneas, restricciones UNIQUE y CHECK e índices. Flyway crea el esquema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operador pide las opciones; el servicio valida estado del drone, batería según la estrategia, compatibilidad, licencia del piloto y cruces de horario. Si algo falla devuelve un mensaje claro; si no, guarda la asignación, pasa a PROGRAMADA y notifica.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consume la API REST; Spring Security valida el JWT y el permiso; los controllers delegan en los servicios, que usan los repositorios JPA sobre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DAE96E83-048C-4132-9ABC-E5A0C22D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 useBgFill="1">
        <p:nvSpPr>
          <p:cNvPr id="11" name="Rectángulo 10">
            <a:extLst>
              <a:ext uri="{FF2B5EF4-FFF2-40B4-BE49-F238E27FC236}">
                <a16:creationId xmlns:a16="http://schemas.microsoft.com/office/drawing/2014/main" id="{3E498F49-BE12-4A88-909F-4B988B23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B60267AE-9C0D-4634-B312-C6DD54710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1003" y="640080"/>
            <a:ext cx="6111585" cy="5577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BECD51-9119-4996-B4FC-2AD432164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7594" y="1328058"/>
            <a:ext cx="5096630" cy="3378338"/>
          </a:xfrm>
        </p:spPr>
        <p:txBody>
          <a:bodyPr rtlCol="0" anchor="b">
            <a:normAutofit/>
          </a:bodyPr>
          <a:lstStyle>
            <a:lvl1pPr>
              <a:defRPr sz="5400" baseline="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20" name="Marcador de posición de imagen 18">
            <a:extLst>
              <a:ext uri="{FF2B5EF4-FFF2-40B4-BE49-F238E27FC236}">
                <a16:creationId xmlns:a16="http://schemas.microsoft.com/office/drawing/2014/main" id="{956F6DB6-D6E1-4A50-9114-8601DF9421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763" y="635000"/>
            <a:ext cx="4800600" cy="5578475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6" name="Marcador de texto 24">
            <a:extLst>
              <a:ext uri="{FF2B5EF4-FFF2-40B4-BE49-F238E27FC236}">
                <a16:creationId xmlns:a16="http://schemas.microsoft.com/office/drawing/2014/main" id="{5381B5BB-CEA3-436C-8A43-C3C4889F1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8480" y="4668045"/>
            <a:ext cx="5096630" cy="1000125"/>
          </a:xfrm>
        </p:spPr>
        <p:txBody>
          <a:bodyPr rtlCol="0">
            <a:noAutofit/>
          </a:bodyPr>
          <a:lstStyle>
            <a:lvl1pPr>
              <a:defRPr sz="2400" b="0" cap="all" spc="600" baseline="0"/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5144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FFFAE35-BD0D-4D19-892D-36475DD52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63656" y="0"/>
            <a:ext cx="8128343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2" name="Marcador de posición de imagen 18">
            <a:extLst>
              <a:ext uri="{FF2B5EF4-FFF2-40B4-BE49-F238E27FC236}">
                <a16:creationId xmlns:a16="http://schemas.microsoft.com/office/drawing/2014/main" id="{FE2031E3-F975-4AFF-B76E-6BB46A2D34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0671" y="0"/>
            <a:ext cx="3000249" cy="3382963"/>
          </a:xfrm>
          <a:custGeom>
            <a:avLst/>
            <a:gdLst>
              <a:gd name="connsiteX0" fmla="*/ 0 w 2999232"/>
              <a:gd name="connsiteY0" fmla="*/ 0 h 3382963"/>
              <a:gd name="connsiteX1" fmla="*/ 2999232 w 2999232"/>
              <a:gd name="connsiteY1" fmla="*/ 0 h 3382963"/>
              <a:gd name="connsiteX2" fmla="*/ 2999232 w 2999232"/>
              <a:gd name="connsiteY2" fmla="*/ 3382963 h 3382963"/>
              <a:gd name="connsiteX3" fmla="*/ 0 w 2999232"/>
              <a:gd name="connsiteY3" fmla="*/ 3382963 h 3382963"/>
              <a:gd name="connsiteX4" fmla="*/ 0 w 2999232"/>
              <a:gd name="connsiteY4" fmla="*/ 0 h 3382963"/>
              <a:gd name="connsiteX0" fmla="*/ 0 w 2999232"/>
              <a:gd name="connsiteY0" fmla="*/ 0 h 3382963"/>
              <a:gd name="connsiteX1" fmla="*/ 968249 w 2999232"/>
              <a:gd name="connsiteY1" fmla="*/ 0 h 3382963"/>
              <a:gd name="connsiteX2" fmla="*/ 2999232 w 2999232"/>
              <a:gd name="connsiteY2" fmla="*/ 0 h 3382963"/>
              <a:gd name="connsiteX3" fmla="*/ 2999232 w 2999232"/>
              <a:gd name="connsiteY3" fmla="*/ 3382963 h 3382963"/>
              <a:gd name="connsiteX4" fmla="*/ 0 w 2999232"/>
              <a:gd name="connsiteY4" fmla="*/ 3382963 h 3382963"/>
              <a:gd name="connsiteX5" fmla="*/ 0 w 2999232"/>
              <a:gd name="connsiteY5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2999232 w 3000249"/>
              <a:gd name="connsiteY2" fmla="*/ 0 h 3382963"/>
              <a:gd name="connsiteX3" fmla="*/ 3000249 w 3000249"/>
              <a:gd name="connsiteY3" fmla="*/ 27432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74320 h 3382963"/>
              <a:gd name="connsiteX3" fmla="*/ 3000249 w 3000249"/>
              <a:gd name="connsiteY3" fmla="*/ 27432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7432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51992 w 3000249"/>
              <a:gd name="connsiteY2" fmla="*/ 28448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8448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0249" h="3382963">
                <a:moveTo>
                  <a:pt x="0" y="0"/>
                </a:moveTo>
                <a:lnTo>
                  <a:pt x="968249" y="0"/>
                </a:lnTo>
                <a:lnTo>
                  <a:pt x="967232" y="284480"/>
                </a:lnTo>
                <a:lnTo>
                  <a:pt x="3000249" y="284480"/>
                </a:lnTo>
                <a:lnTo>
                  <a:pt x="2999232" y="3382963"/>
                </a:lnTo>
                <a:lnTo>
                  <a:pt x="0" y="3382963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7610101-4EEB-48DF-A41F-DA38D737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656" y="279792"/>
            <a:ext cx="7777824" cy="986304"/>
          </a:xfrm>
          <a:solidFill>
            <a:schemeClr val="bg2">
              <a:lumMod val="75000"/>
            </a:schemeClr>
          </a:solidFill>
        </p:spPr>
        <p:txBody>
          <a:bodyPr rtlCol="0"/>
          <a:lstStyle>
            <a:lvl1pPr marL="27432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1" name="Marcador de posición de imagen 18">
            <a:extLst>
              <a:ext uri="{FF2B5EF4-FFF2-40B4-BE49-F238E27FC236}">
                <a16:creationId xmlns:a16="http://schemas.microsoft.com/office/drawing/2014/main" id="{564E749E-B27D-45B4-8E7A-53D8460AA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2997708" cy="338296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5" name="Marcador de posición de imagen 23">
            <a:extLst>
              <a:ext uri="{FF2B5EF4-FFF2-40B4-BE49-F238E27FC236}">
                <a16:creationId xmlns:a16="http://schemas.microsoft.com/office/drawing/2014/main" id="{C8DE9984-911D-42E6-9467-9F53414894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75038"/>
            <a:ext cx="6096000" cy="3382962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1F2F1F63-2333-48C5-BEEE-7FFCA1436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5147" y="1639615"/>
            <a:ext cx="4817441" cy="4537348"/>
          </a:xfrm>
        </p:spPr>
        <p:txBody>
          <a:bodyPr rtlCol="0"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ie de página 7">
            <a:extLst>
              <a:ext uri="{FF2B5EF4-FFF2-40B4-BE49-F238E27FC236}">
                <a16:creationId xmlns:a16="http://schemas.microsoft.com/office/drawing/2014/main" id="{AF26E33C-9416-4C43-8695-B043D696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s-ES" noProof="0"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Título de la presentación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EDD9F57F-0928-48ED-8CF9-CC5AC1BD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7" name="Marcador de número de diapositiva 9">
            <a:extLst>
              <a:ext uri="{FF2B5EF4-FFF2-40B4-BE49-F238E27FC236}">
                <a16:creationId xmlns:a16="http://schemas.microsoft.com/office/drawing/2014/main" id="{B7E4E7CA-F2D2-4B67-92FE-3DCE5AB2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40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75FAC41-B90D-4384-8484-175667AF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220C6F-8D05-41B5-9727-E041D5B9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1621" y="1568357"/>
            <a:ext cx="6240379" cy="3721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9A692DB-BC6A-43D5-BAE7-1E8AE149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08" y="1758950"/>
            <a:ext cx="5137112" cy="673405"/>
          </a:xfrm>
        </p:spPr>
        <p:txBody>
          <a:bodyPr rtlCol="0">
            <a:normAutofit/>
          </a:bodyPr>
          <a:lstStyle/>
          <a:p>
            <a:pPr rtl="0">
              <a:lnSpc>
                <a:spcPct val="120000"/>
              </a:lnSpc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20" name="Marcador de posición de imagen 17">
            <a:extLst>
              <a:ext uri="{FF2B5EF4-FFF2-40B4-BE49-F238E27FC236}">
                <a16:creationId xmlns:a16="http://schemas.microsoft.com/office/drawing/2014/main" id="{9B631067-0981-46B9-BB6F-484741846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763" y="642938"/>
            <a:ext cx="4814887" cy="2667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7984968B-9811-4180-8D8E-0619C9D3BF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412" y="3631470"/>
            <a:ext cx="4814887" cy="2562738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B503D483-6082-4C3B-A4C5-0ACE669834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2241" y="2365374"/>
            <a:ext cx="5136671" cy="263525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4" name="Marcador de pie de página 5">
            <a:extLst>
              <a:ext uri="{FF2B5EF4-FFF2-40B4-BE49-F238E27FC236}">
                <a16:creationId xmlns:a16="http://schemas.microsoft.com/office/drawing/2014/main" id="{CB94B83C-8B92-4303-A841-0D5ED386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FB204443-B45C-4C1E-8601-4AD0359A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6" name="Marcador de número de diapositiva 8">
            <a:extLst>
              <a:ext uri="{FF2B5EF4-FFF2-40B4-BE49-F238E27FC236}">
                <a16:creationId xmlns:a16="http://schemas.microsoft.com/office/drawing/2014/main" id="{125F2A8A-5D48-4A14-B0A6-52E55D3E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95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posición de imagen 17">
            <a:extLst>
              <a:ext uri="{FF2B5EF4-FFF2-40B4-BE49-F238E27FC236}">
                <a16:creationId xmlns:a16="http://schemas.microsoft.com/office/drawing/2014/main" id="{620C2886-3E99-43F7-A045-F15053959C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3" y="0"/>
            <a:ext cx="6094412" cy="685482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D67587-8C0C-40DB-88B2-2CAC45DBF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6094477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11B7BFF-DF61-4F7F-BC0C-A774104FF4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774" y="2814975"/>
            <a:ext cx="6769706" cy="1910972"/>
          </a:xfrm>
          <a:solidFill>
            <a:schemeClr val="tx2"/>
          </a:solidFill>
        </p:spPr>
        <p:txBody>
          <a:bodyPr rtlCol="0" anchor="b">
            <a:noAutofit/>
          </a:bodyPr>
          <a:lstStyle>
            <a:lvl1pPr marL="182880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>
                <a:solidFill>
                  <a:schemeClr val="bg1"/>
                </a:solidFill>
              </a:rPr>
              <a:t>Haga clic para agregar un 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D0F1B1-D8F9-42A3-B0C7-AADC53D8F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4657726"/>
            <a:ext cx="6769100" cy="731838"/>
          </a:xfrm>
          <a:solidFill>
            <a:schemeClr val="tx2"/>
          </a:solidFill>
        </p:spPr>
        <p:txBody>
          <a:bodyPr rtlCol="0">
            <a:noAutofit/>
          </a:bodyPr>
          <a:lstStyle>
            <a:lvl1pPr marL="228600">
              <a:defRPr sz="1500" cap="all" spc="600" baseline="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246285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707196B1-3970-4386-8D54-A2067BA8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pie de página 14">
            <a:extLst>
              <a:ext uri="{FF2B5EF4-FFF2-40B4-BE49-F238E27FC236}">
                <a16:creationId xmlns:a16="http://schemas.microsoft.com/office/drawing/2014/main" id="{9535C1B1-EA9A-48AD-AB3B-00E7FEE0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8" name="Marcador de fecha 12">
            <a:extLst>
              <a:ext uri="{FF2B5EF4-FFF2-40B4-BE49-F238E27FC236}">
                <a16:creationId xmlns:a16="http://schemas.microsoft.com/office/drawing/2014/main" id="{E334D19F-C91E-4007-9C85-89B0645F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9" name="Marcador de número de diapositiva 15">
            <a:extLst>
              <a:ext uri="{FF2B5EF4-FFF2-40B4-BE49-F238E27FC236}">
                <a16:creationId xmlns:a16="http://schemas.microsoft.com/office/drawing/2014/main" id="{00B1B695-CA8C-4B38-8D25-4E56BD07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E4B01-1489-40C5-B290-E42D974C10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7987" y="1735958"/>
            <a:ext cx="10318036" cy="427622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</p:spTree>
    <p:extLst>
      <p:ext uri="{BB962C8B-B14F-4D97-AF65-F5344CB8AC3E}">
        <p14:creationId xmlns:p14="http://schemas.microsoft.com/office/powerpoint/2010/main" val="263797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7A29640D-9D66-4252-AF26-226B9EF3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F585F-809A-43CB-A46F-35690087203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5875" y="2066925"/>
            <a:ext cx="9610725" cy="363061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0" name="Marcador de pie de página 14">
            <a:extLst>
              <a:ext uri="{FF2B5EF4-FFF2-40B4-BE49-F238E27FC236}">
                <a16:creationId xmlns:a16="http://schemas.microsoft.com/office/drawing/2014/main" id="{1F196FCF-777C-4746-AFAA-ECE173A0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1" name="Marcador de fecha 12">
            <a:extLst>
              <a:ext uri="{FF2B5EF4-FFF2-40B4-BE49-F238E27FC236}">
                <a16:creationId xmlns:a16="http://schemas.microsoft.com/office/drawing/2014/main" id="{71EA376C-2DC1-4B5D-9628-4A223AA3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2" name="Marcador de número de diapositiva 15">
            <a:extLst>
              <a:ext uri="{FF2B5EF4-FFF2-40B4-BE49-F238E27FC236}">
                <a16:creationId xmlns:a16="http://schemas.microsoft.com/office/drawing/2014/main" id="{CCEC0CD5-B86D-4E13-B3A9-9D3B0CB1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6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3E07EFA-7299-44A6-85FB-04EC9B553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3A4CB2-29F8-49C3-8735-106975893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2574195-3DF9-438B-B8AC-0F202935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332" y="2025650"/>
            <a:ext cx="5058209" cy="2355732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>
              <a:lnSpc>
                <a:spcPct val="120000"/>
              </a:lnSpc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16" name="Marcador de posición de imagen 14">
            <a:extLst>
              <a:ext uri="{FF2B5EF4-FFF2-40B4-BE49-F238E27FC236}">
                <a16:creationId xmlns:a16="http://schemas.microsoft.com/office/drawing/2014/main" id="{57FAF158-BFC1-43C2-A23B-B93DEFAE3A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925" y="0"/>
            <a:ext cx="5408613" cy="6858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1025F5-5E2A-47DC-9E1F-F31EE762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857" y="4381382"/>
            <a:ext cx="5058209" cy="395405"/>
          </a:xfrm>
        </p:spPr>
        <p:txBody>
          <a:bodyPr rtlCol="0" anchor="t"/>
          <a:lstStyle>
            <a:lvl1pPr>
              <a:defRPr b="0" cap="all" spc="600" baseline="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pie de página 14">
            <a:extLst>
              <a:ext uri="{FF2B5EF4-FFF2-40B4-BE49-F238E27FC236}">
                <a16:creationId xmlns:a16="http://schemas.microsoft.com/office/drawing/2014/main" id="{9F00502A-31A8-40B1-8042-91BBF646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2" name="Marcador de fecha 13">
            <a:extLst>
              <a:ext uri="{FF2B5EF4-FFF2-40B4-BE49-F238E27FC236}">
                <a16:creationId xmlns:a16="http://schemas.microsoft.com/office/drawing/2014/main" id="{1F0D82E2-6CDC-41FA-9FBD-29B1696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Marcador de número de diapositiva 15">
            <a:extLst>
              <a:ext uri="{FF2B5EF4-FFF2-40B4-BE49-F238E27FC236}">
                <a16:creationId xmlns:a16="http://schemas.microsoft.com/office/drawing/2014/main" id="{85DE54ED-1D6A-4185-BC18-EB63BF4B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90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98FC1626-6E5A-4321-B003-2ECADA2C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55D66E-614C-4554-AD07-DBF50786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FC25CFF-3341-490E-864B-9EE585E7D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70" y="1641780"/>
            <a:ext cx="12192000" cy="52245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2" name="Marcador de pie de página 14">
            <a:extLst>
              <a:ext uri="{FF2B5EF4-FFF2-40B4-BE49-F238E27FC236}">
                <a16:creationId xmlns:a16="http://schemas.microsoft.com/office/drawing/2014/main" id="{1A47F1BE-C6F0-4B08-A876-3ACB9A16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Título de la presentación</a:t>
            </a:r>
          </a:p>
        </p:txBody>
      </p:sp>
      <p:sp>
        <p:nvSpPr>
          <p:cNvPr id="13" name="Marcador de fecha 12">
            <a:extLst>
              <a:ext uri="{FF2B5EF4-FFF2-40B4-BE49-F238E27FC236}">
                <a16:creationId xmlns:a16="http://schemas.microsoft.com/office/drawing/2014/main" id="{EB34F470-EFAB-4873-9AF2-800F8317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4" name="Marcador de número de diapositiva 15">
            <a:extLst>
              <a:ext uri="{FF2B5EF4-FFF2-40B4-BE49-F238E27FC236}">
                <a16:creationId xmlns:a16="http://schemas.microsoft.com/office/drawing/2014/main" id="{FCAA1492-8926-496A-9DE4-45E13BA7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48288-2CF3-456E-8691-5772D99F82B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8236" y="1887311"/>
            <a:ext cx="11395528" cy="434340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Haga clic para editar, agregar contenido</a:t>
            </a:r>
          </a:p>
        </p:txBody>
      </p:sp>
    </p:spTree>
    <p:extLst>
      <p:ext uri="{BB962C8B-B14F-4D97-AF65-F5344CB8AC3E}">
        <p14:creationId xmlns:p14="http://schemas.microsoft.com/office/powerpoint/2010/main" val="398978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1D1103D-8943-46F2-B18E-36FF38CA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02D366-4C48-4324-8771-8F9E7BECD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139FB3E-2A6A-4BE8-9D79-47B91471C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70" y="1641780"/>
            <a:ext cx="12192000" cy="52245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1" name="Marcador de pie de página 14">
            <a:extLst>
              <a:ext uri="{FF2B5EF4-FFF2-40B4-BE49-F238E27FC236}">
                <a16:creationId xmlns:a16="http://schemas.microsoft.com/office/drawing/2014/main" id="{7E3BBCB1-5D3D-4802-A48D-5D6A7BA5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Título de la presentación</a:t>
            </a:r>
          </a:p>
        </p:txBody>
      </p:sp>
      <p:sp>
        <p:nvSpPr>
          <p:cNvPr id="12" name="Marcador de fecha 12">
            <a:extLst>
              <a:ext uri="{FF2B5EF4-FFF2-40B4-BE49-F238E27FC236}">
                <a16:creationId xmlns:a16="http://schemas.microsoft.com/office/drawing/2014/main" id="{AE90937E-33CA-4432-A147-746EBB9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Marcador de número de diapositiva 15">
            <a:extLst>
              <a:ext uri="{FF2B5EF4-FFF2-40B4-BE49-F238E27FC236}">
                <a16:creationId xmlns:a16="http://schemas.microsoft.com/office/drawing/2014/main" id="{CECD9BDC-A2A2-40A0-8DAD-4C56EBE1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E3704-0282-421F-BA62-C1A7E0B072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619250"/>
            <a:ext cx="10515600" cy="48482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</p:spTree>
    <p:extLst>
      <p:ext uri="{BB962C8B-B14F-4D97-AF65-F5344CB8AC3E}">
        <p14:creationId xmlns:p14="http://schemas.microsoft.com/office/powerpoint/2010/main" val="65257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8B16675-8FAE-4CCE-870E-B08D5FEC0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399"/>
            <a:ext cx="12192000" cy="5305425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B58518-7725-4310-9D89-9253D668F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955907E-5B49-47DA-BB56-B8388484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</p:spPr>
        <p:txBody>
          <a:bodyPr rtlCol="0">
            <a:normAutofit/>
          </a:bodyPr>
          <a:lstStyle>
            <a:lvl1pPr>
              <a:defRPr spc="150" baseline="0">
                <a:solidFill>
                  <a:schemeClr val="bg1"/>
                </a:solidFill>
              </a:defRPr>
            </a:lvl1pPr>
          </a:lstStyle>
          <a:p>
            <a:pPr rtl="0">
              <a:lnSpc>
                <a:spcPct val="120000"/>
              </a:lnSpc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451961C9-4342-4735-9F69-30FC4EE60D8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10884" y="1481580"/>
            <a:ext cx="4727735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 spc="15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3A75FE27-57B7-4D26-BF6D-E63BF9CB13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0884" y="2069955"/>
            <a:ext cx="4727735" cy="387364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es-ES" noProof="0"/>
              <a:t> Haga clic para agregar texto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9516EBD4-3BCF-4167-9401-08DF67EF59C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57949" y="1481579"/>
            <a:ext cx="4727735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 spc="15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5A32EF6-47B8-4B22-99CB-D1B4F6B4B6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57949" y="2069955"/>
            <a:ext cx="4727735" cy="387364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es-ES" noProof="0"/>
              <a:t> Haga clic para agregar texto</a:t>
            </a:r>
          </a:p>
        </p:txBody>
      </p:sp>
      <p:sp>
        <p:nvSpPr>
          <p:cNvPr id="13" name="Marcador de pie de página 14">
            <a:extLst>
              <a:ext uri="{FF2B5EF4-FFF2-40B4-BE49-F238E27FC236}">
                <a16:creationId xmlns:a16="http://schemas.microsoft.com/office/drawing/2014/main" id="{8D02CE16-361C-4C84-A178-402C2D4A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4" name="Marcador de fecha 13">
            <a:extLst>
              <a:ext uri="{FF2B5EF4-FFF2-40B4-BE49-F238E27FC236}">
                <a16:creationId xmlns:a16="http://schemas.microsoft.com/office/drawing/2014/main" id="{42B21E92-5123-45B3-999F-EA0512A2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5" name="Marcador de número de diapositiva 15">
            <a:extLst>
              <a:ext uri="{FF2B5EF4-FFF2-40B4-BE49-F238E27FC236}">
                <a16:creationId xmlns:a16="http://schemas.microsoft.com/office/drawing/2014/main" id="{F5EF3406-552A-4C2E-A1B4-D3EAD5D1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22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B9BB029-1123-4E6E-8996-6F9666150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399"/>
            <a:ext cx="12192000" cy="5305425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2AA1BD-C769-474A-A258-6051FAAB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C21E751-E5D0-431E-BDB3-E8D22FCF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lnSpc>
                <a:spcPct val="120000"/>
              </a:lnSpc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307227E-0323-4608-B721-487D3010A5D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8935" y="147205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1A073925-D167-4366-8AF4-3DBCD83A89D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935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es-ES" noProof="0"/>
              <a:t> Haga clic para agregar texto</a:t>
            </a: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9A778932-CE6D-42D3-9C40-80AD4D7F467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36486" y="1466406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2FCF78AB-4697-4170-B73C-39E8D202A8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336486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es-ES" noProof="0"/>
              <a:t> Haga clic para agregar texto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5BBD3120-B5E0-433B-BB1E-BCEFD93EEE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24037" y="147205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E8EBEB77-9309-408B-BF35-68D07856A90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24037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es-ES" noProof="0"/>
              <a:t> Haga clic para agregar texto</a:t>
            </a:r>
          </a:p>
        </p:txBody>
      </p:sp>
      <p:sp>
        <p:nvSpPr>
          <p:cNvPr id="11" name="Marcador de pie de página 14">
            <a:extLst>
              <a:ext uri="{FF2B5EF4-FFF2-40B4-BE49-F238E27FC236}">
                <a16:creationId xmlns:a16="http://schemas.microsoft.com/office/drawing/2014/main" id="{7B260FE5-7B07-4149-85C7-9CD9D4E7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2" name="Marcador de fecha 13">
            <a:extLst>
              <a:ext uri="{FF2B5EF4-FFF2-40B4-BE49-F238E27FC236}">
                <a16:creationId xmlns:a16="http://schemas.microsoft.com/office/drawing/2014/main" id="{217A5FBA-27B4-461A-BE9C-34E1390D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Marcador de número de diapositiva 15">
            <a:extLst>
              <a:ext uri="{FF2B5EF4-FFF2-40B4-BE49-F238E27FC236}">
                <a16:creationId xmlns:a16="http://schemas.microsoft.com/office/drawing/2014/main" id="{DDC42D1B-76B7-44EC-B6FD-6D0C6565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529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0CCEB0E-12E7-488A-A219-2ABDE6870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67202C9-94B9-46C7-8ADD-2C7E6DE6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32" y="278342"/>
            <a:ext cx="7777823" cy="986304"/>
          </a:xfrm>
          <a:solidFill>
            <a:schemeClr val="bg2">
              <a:lumMod val="75000"/>
            </a:schemeClr>
          </a:solidFill>
        </p:spPr>
        <p:txBody>
          <a:bodyPr tIns="274320" rtlCol="0"/>
          <a:lstStyle>
            <a:lvl1pPr marL="27432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85EAC607-595F-4F95-88EB-0BEA170D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2" y="1653479"/>
            <a:ext cx="6291107" cy="453734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3" name="Marcador de pie de página 5">
            <a:extLst>
              <a:ext uri="{FF2B5EF4-FFF2-40B4-BE49-F238E27FC236}">
                <a16:creationId xmlns:a16="http://schemas.microsoft.com/office/drawing/2014/main" id="{B7789921-321D-4251-A0D9-9708843C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Título de la presentación</a:t>
            </a:r>
          </a:p>
        </p:txBody>
      </p:sp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FCC9F84A-3951-4EFD-AEBD-C6D89E4642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26867" y="0"/>
            <a:ext cx="4665133" cy="2222500"/>
          </a:xfrm>
          <a:custGeom>
            <a:avLst/>
            <a:gdLst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254000 h 2222500"/>
              <a:gd name="connsiteX5" fmla="*/ 0 w 4665133"/>
              <a:gd name="connsiteY5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0 w 4665133"/>
              <a:gd name="connsiteY5" fmla="*/ 254000 h 2222500"/>
              <a:gd name="connsiteX6" fmla="*/ 0 w 4665133"/>
              <a:gd name="connsiteY6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0 w 4665133"/>
              <a:gd name="connsiteY5" fmla="*/ 567267 h 2222500"/>
              <a:gd name="connsiteX6" fmla="*/ 0 w 4665133"/>
              <a:gd name="connsiteY6" fmla="*/ 254000 h 2222500"/>
              <a:gd name="connsiteX7" fmla="*/ 0 w 4665133"/>
              <a:gd name="connsiteY7" fmla="*/ 0 h 2222500"/>
              <a:gd name="connsiteX0" fmla="*/ 8467 w 4673600"/>
              <a:gd name="connsiteY0" fmla="*/ 0 h 2222500"/>
              <a:gd name="connsiteX1" fmla="*/ 4673600 w 4673600"/>
              <a:gd name="connsiteY1" fmla="*/ 0 h 2222500"/>
              <a:gd name="connsiteX2" fmla="*/ 4673600 w 4673600"/>
              <a:gd name="connsiteY2" fmla="*/ 2222500 h 2222500"/>
              <a:gd name="connsiteX3" fmla="*/ 8467 w 4673600"/>
              <a:gd name="connsiteY3" fmla="*/ 2222500 h 2222500"/>
              <a:gd name="connsiteX4" fmla="*/ 8467 w 4673600"/>
              <a:gd name="connsiteY4" fmla="*/ 1270000 h 2222500"/>
              <a:gd name="connsiteX5" fmla="*/ 0 w 4673600"/>
              <a:gd name="connsiteY5" fmla="*/ 973667 h 2222500"/>
              <a:gd name="connsiteX6" fmla="*/ 8467 w 4673600"/>
              <a:gd name="connsiteY6" fmla="*/ 567267 h 2222500"/>
              <a:gd name="connsiteX7" fmla="*/ 8467 w 4673600"/>
              <a:gd name="connsiteY7" fmla="*/ 254000 h 2222500"/>
              <a:gd name="connsiteX8" fmla="*/ 8467 w 4673600"/>
              <a:gd name="connsiteY8" fmla="*/ 0 h 2222500"/>
              <a:gd name="connsiteX0" fmla="*/ 8467 w 4673600"/>
              <a:gd name="connsiteY0" fmla="*/ 0 h 2222500"/>
              <a:gd name="connsiteX1" fmla="*/ 4673600 w 4673600"/>
              <a:gd name="connsiteY1" fmla="*/ 0 h 2222500"/>
              <a:gd name="connsiteX2" fmla="*/ 4673600 w 4673600"/>
              <a:gd name="connsiteY2" fmla="*/ 2222500 h 2222500"/>
              <a:gd name="connsiteX3" fmla="*/ 8467 w 4673600"/>
              <a:gd name="connsiteY3" fmla="*/ 2222500 h 2222500"/>
              <a:gd name="connsiteX4" fmla="*/ 8467 w 4673600"/>
              <a:gd name="connsiteY4" fmla="*/ 1270000 h 2222500"/>
              <a:gd name="connsiteX5" fmla="*/ 0 w 4673600"/>
              <a:gd name="connsiteY5" fmla="*/ 973667 h 2222500"/>
              <a:gd name="connsiteX6" fmla="*/ 618067 w 4673600"/>
              <a:gd name="connsiteY6" fmla="*/ 270934 h 2222500"/>
              <a:gd name="connsiteX7" fmla="*/ 8467 w 4673600"/>
              <a:gd name="connsiteY7" fmla="*/ 254000 h 2222500"/>
              <a:gd name="connsiteX8" fmla="*/ 8467 w 4673600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0 w 4665133"/>
              <a:gd name="connsiteY7" fmla="*/ 254000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0 w 4665133"/>
              <a:gd name="connsiteY7" fmla="*/ 254000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8467 w 4665133"/>
              <a:gd name="connsiteY7" fmla="*/ 287866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8467 w 4665133"/>
              <a:gd name="connsiteY7" fmla="*/ 262466 h 2222500"/>
              <a:gd name="connsiteX8" fmla="*/ 0 w 4665133"/>
              <a:gd name="connsiteY8" fmla="*/ 0 h 222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5133" h="2222500">
                <a:moveTo>
                  <a:pt x="0" y="0"/>
                </a:moveTo>
                <a:lnTo>
                  <a:pt x="4665133" y="0"/>
                </a:lnTo>
                <a:lnTo>
                  <a:pt x="4665133" y="2222500"/>
                </a:lnTo>
                <a:lnTo>
                  <a:pt x="0" y="2222500"/>
                </a:lnTo>
                <a:lnTo>
                  <a:pt x="0" y="1261533"/>
                </a:lnTo>
                <a:lnTo>
                  <a:pt x="601133" y="1261534"/>
                </a:lnTo>
                <a:cubicBezTo>
                  <a:pt x="603955" y="931334"/>
                  <a:pt x="606778" y="601134"/>
                  <a:pt x="609600" y="270934"/>
                </a:cubicBezTo>
                <a:lnTo>
                  <a:pt x="8467" y="262466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DF6EB92D-D010-4A13-93AD-A27A90A4830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34656" y="2316047"/>
            <a:ext cx="4657725" cy="2222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20568266-00E0-4C81-A71A-DCF9538410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35939" y="4634050"/>
            <a:ext cx="4657725" cy="2222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4563FE3F-4195-477A-9AB3-F44871CE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6" name="Marcador de número de diapositiva 7">
            <a:extLst>
              <a:ext uri="{FF2B5EF4-FFF2-40B4-BE49-F238E27FC236}">
                <a16:creationId xmlns:a16="http://schemas.microsoft.com/office/drawing/2014/main" id="{FF3A4E9C-6CC0-4587-BF21-5EC4C13D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20EFF4B-E35B-4DE6-97A9-05E54E649A1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70728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82907218-B50F-49FD-AD54-AB4516C4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92000" cy="2802362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C9376FF-CCF9-409D-9C56-0478207D1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187" y="3429000"/>
            <a:ext cx="10663626" cy="224872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100F12B7-72C7-4FE1-ACC5-E25F1F67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3637127"/>
            <a:ext cx="10065679" cy="1493765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6" name="Subtítulo 2">
            <a:extLst>
              <a:ext uri="{FF2B5EF4-FFF2-40B4-BE49-F238E27FC236}">
                <a16:creationId xmlns:a16="http://schemas.microsoft.com/office/drawing/2014/main" id="{25F1DA91-F20A-4A08-93BE-9F98E06C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836" y="5023536"/>
            <a:ext cx="10065679" cy="569873"/>
          </a:xfrm>
        </p:spPr>
        <p:txBody>
          <a:bodyPr rtlCol="0">
            <a:normAutofit/>
          </a:bodyPr>
          <a:lstStyle>
            <a:lvl1pPr>
              <a:defRPr b="0" cap="all" spc="600" baseline="0"/>
            </a:lvl1pPr>
          </a:lstStyle>
          <a:p>
            <a:pPr rtl="0">
              <a:lnSpc>
                <a:spcPct val="120000"/>
              </a:lnSpc>
            </a:pPr>
            <a:r>
              <a:rPr lang="es-ES" sz="2000" noProof="0"/>
              <a:t>Haga clic para modificar el estilo de subtítulo del patrón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3A878EE-90F1-4A49-B6BE-AE85B98C9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424" y="5677726"/>
            <a:ext cx="10661904" cy="164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40" name="Marcador de posición de imagen 31">
            <a:extLst>
              <a:ext uri="{FF2B5EF4-FFF2-40B4-BE49-F238E27FC236}">
                <a16:creationId xmlns:a16="http://schemas.microsoft.com/office/drawing/2014/main" id="{AD3270F6-1E4E-4411-8D4E-828E3720DC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588" y="642938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41" name="Marcador de posición de imagen 31">
            <a:extLst>
              <a:ext uri="{FF2B5EF4-FFF2-40B4-BE49-F238E27FC236}">
                <a16:creationId xmlns:a16="http://schemas.microsoft.com/office/drawing/2014/main" id="{EABF929F-94D1-4759-B7F8-13A234DA34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02338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43" name="Marcador de posición de imagen 31">
            <a:extLst>
              <a:ext uri="{FF2B5EF4-FFF2-40B4-BE49-F238E27FC236}">
                <a16:creationId xmlns:a16="http://schemas.microsoft.com/office/drawing/2014/main" id="{BFF7B305-12DD-40D5-8129-BBA665ACA34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40470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42" name="Marcador de posición de imagen 31">
            <a:extLst>
              <a:ext uri="{FF2B5EF4-FFF2-40B4-BE49-F238E27FC236}">
                <a16:creationId xmlns:a16="http://schemas.microsoft.com/office/drawing/2014/main" id="{9D7B5BDC-1B7A-4894-9620-E84D2D48F2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978301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8" name="Marcador de pie de página 7">
            <a:extLst>
              <a:ext uri="{FF2B5EF4-FFF2-40B4-BE49-F238E27FC236}">
                <a16:creationId xmlns:a16="http://schemas.microsoft.com/office/drawing/2014/main" id="{4E2B39E4-0727-4A5A-BC57-AA9E8DE0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Título de la presentación</a:t>
            </a:r>
          </a:p>
        </p:txBody>
      </p:sp>
      <p:sp>
        <p:nvSpPr>
          <p:cNvPr id="29" name="Marcador de fecha 5">
            <a:extLst>
              <a:ext uri="{FF2B5EF4-FFF2-40B4-BE49-F238E27FC236}">
                <a16:creationId xmlns:a16="http://schemas.microsoft.com/office/drawing/2014/main" id="{6E0AA390-7F09-4587-8C95-FD7A9C78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es-ES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30" name="Marcador de número de diapositiva 8">
            <a:extLst>
              <a:ext uri="{FF2B5EF4-FFF2-40B4-BE49-F238E27FC236}">
                <a16:creationId xmlns:a16="http://schemas.microsoft.com/office/drawing/2014/main" id="{02FAE9E6-8F24-4563-93BC-C0A14B8D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6B81F-97CD-4934-852B-F0AECFD05DB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767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AE79F0E-E6F3-4029-A461-CBE56588470B}"/>
              </a:ext>
            </a:extLst>
          </p:cNvPr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5D58A2-1B1F-4DF4-936E-885ECC73E6F0}"/>
              </a:ext>
            </a:extLst>
          </p:cNvPr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rtl="0"/>
            <a:endParaRPr lang="es-ES" sz="2400" b="1" noProof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D9B9AA-BDD3-49A4-84E0-99DC3EF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EB1D57-5959-4202-BB86-AFBA794F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B0E3D2-19DD-4BA8-81DE-A095DB31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62D90-3DF7-4BB4-808C-F89E3541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276974-1464-4D58-B215-63300577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20EFF4B-E35B-4DE6-97A9-05E54E649A1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6138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3" r:id="rId12"/>
    <p:sldLayoutId id="2147483722" r:id="rId13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spc="150" baseline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Tx/>
        <a:buNone/>
        <a:defRPr sz="1500" b="1" kern="1200" spc="15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500" kern="1200" spc="15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ítulo 33">
            <a:extLst>
              <a:ext uri="{FF2B5EF4-FFF2-40B4-BE49-F238E27FC236}">
                <a16:creationId xmlns:a16="http://schemas.microsoft.com/office/drawing/2014/main" id="{2DFE6010-0FC2-4302-8ABC-58026AC3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594" y="1328058"/>
            <a:ext cx="5241394" cy="3378338"/>
          </a:xfrm>
        </p:spPr>
        <p:txBody>
          <a:bodyPr rtlCol="0"/>
          <a:lstStyle/>
          <a:p>
            <a:r>
              <a:t>DroneMission Pro</a:t>
            </a:r>
          </a:p>
        </p:txBody>
      </p:sp>
      <p:pic>
        <p:nvPicPr>
          <p:cNvPr id="13" name="Marcador de posición de imagen 12" descr="Diagrama, dibujo de ingeniería, esquemas">
            <a:extLst>
              <a:ext uri="{FF2B5EF4-FFF2-40B4-BE49-F238E27FC236}">
                <a16:creationId xmlns:a16="http://schemas.microsoft.com/office/drawing/2014/main" id="{79D0C4D2-EC8C-4F0F-AACB-309E76F420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8" r="7988"/>
          <a:stretch/>
        </p:blipFill>
        <p:spPr>
          <a:xfrm>
            <a:off x="639763" y="635000"/>
            <a:ext cx="4800600" cy="5578475"/>
          </a:xfrm>
        </p:spPr>
      </p:pic>
      <p:sp>
        <p:nvSpPr>
          <p:cNvPr id="4" name="Subtítulo 3">
            <a:extLst>
              <a:ext uri="{FF2B5EF4-FFF2-40B4-BE49-F238E27FC236}">
                <a16:creationId xmlns:a16="http://schemas.microsoft.com/office/drawing/2014/main" id="{B71D9795-9EFD-4748-87B7-4471EFF002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8480" y="4668045"/>
            <a:ext cx="5096630" cy="1000125"/>
          </a:xfrm>
        </p:spPr>
        <p:txBody>
          <a:bodyPr rtlCol="0"/>
          <a:lstStyle/>
          <a:p>
            <a:r>
              <a:t>Gestión de misiones de drones</a:t>
            </a:r>
          </a:p>
        </p:txBody>
      </p:sp>
    </p:spTree>
    <p:extLst>
      <p:ext uri="{BB962C8B-B14F-4D97-AF65-F5344CB8AC3E}">
        <p14:creationId xmlns:p14="http://schemas.microsoft.com/office/powerpoint/2010/main" val="59785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BF2B60A-FF9F-4101-8456-4B64D3B7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>
            <a:normAutofit/>
          </a:bodyPr>
          <a:lstStyle/>
          <a:p>
            <a:r>
              <a:t>Vista de contexto</a:t>
            </a:r>
          </a:p>
        </p:txBody>
      </p:sp>
      <p:pic>
        <p:nvPicPr>
          <p:cNvPr id="7" name="Picture 6" descr="vista-contex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63" y="1330000"/>
            <a:ext cx="3511735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5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BF2B60A-FF9F-4101-8456-4B64D3B7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>
            <a:normAutofit/>
          </a:bodyPr>
          <a:lstStyle/>
          <a:p>
            <a:r>
              <a:t>Vista funcional</a:t>
            </a:r>
          </a:p>
        </p:txBody>
      </p:sp>
      <p:pic>
        <p:nvPicPr>
          <p:cNvPr id="7" name="Picture 6" descr="vista-funcional-componen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828" y="1330000"/>
            <a:ext cx="6189604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1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BF2B60A-FF9F-4101-8456-4B64D3B7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>
            <a:normAutofit/>
          </a:bodyPr>
          <a:lstStyle/>
          <a:p>
            <a:r>
              <a:t>Vista lógica</a:t>
            </a:r>
          </a:p>
        </p:txBody>
      </p:sp>
      <p:pic>
        <p:nvPicPr>
          <p:cNvPr id="7" name="Picture 6" descr="vista-logica-cl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839" y="1330000"/>
            <a:ext cx="5997583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1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BF2B60A-FF9F-4101-8456-4B64D3B7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>
            <a:normAutofit/>
          </a:bodyPr>
          <a:lstStyle/>
          <a:p>
            <a:r>
              <a:t>Vista de desarrollo</a:t>
            </a:r>
          </a:p>
        </p:txBody>
      </p:sp>
      <p:pic>
        <p:nvPicPr>
          <p:cNvPr id="7" name="Picture 6" descr="vista-desarrollo-paque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356" y="1330000"/>
            <a:ext cx="7222549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1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BF2B60A-FF9F-4101-8456-4B64D3B7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>
            <a:normAutofit/>
          </a:bodyPr>
          <a:lstStyle/>
          <a:p>
            <a:r>
              <a:t>Vista de despliegue</a:t>
            </a:r>
          </a:p>
        </p:txBody>
      </p:sp>
      <p:pic>
        <p:nvPicPr>
          <p:cNvPr id="7" name="Picture 6" descr="desplieg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043" y="1330000"/>
            <a:ext cx="6259175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8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8628FA48-B05A-4DB8-9410-A9C9B08E9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3637127"/>
            <a:ext cx="10065679" cy="1493765"/>
          </a:xfrm>
        </p:spPr>
        <p:txBody>
          <a:bodyPr rtlCol="0"/>
          <a:lstStyle/>
          <a:p>
            <a:r>
              <a:t>Gracias</a:t>
            </a:r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1272A210-0893-431A-8A94-D650D4DBA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836" y="5023536"/>
            <a:ext cx="10065679" cy="569873"/>
          </a:xfrm>
        </p:spPr>
        <p:txBody>
          <a:bodyPr rtlCol="0">
            <a:normAutofit fontScale="77500" lnSpcReduction="20000"/>
          </a:bodyPr>
          <a:lstStyle/>
          <a:p>
            <a:r>
              <a:t>DroneMission Pro · github.com/NIckys310/DroneMission-Pro</a:t>
            </a:r>
          </a:p>
        </p:txBody>
      </p:sp>
      <p:pic>
        <p:nvPicPr>
          <p:cNvPr id="24" name="Marcador de posición de imagen 23" descr="Un ordenador sobre una mesa">
            <a:extLst>
              <a:ext uri="{FF2B5EF4-FFF2-40B4-BE49-F238E27FC236}">
                <a16:creationId xmlns:a16="http://schemas.microsoft.com/office/drawing/2014/main" id="{DFA3F48C-2BCF-4B14-A3DE-6AD7861752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1" r="19091"/>
          <a:stretch/>
        </p:blipFill>
        <p:spPr>
          <a:xfrm>
            <a:off x="763588" y="642938"/>
            <a:ext cx="2449512" cy="2476500"/>
          </a:xfrm>
        </p:spPr>
      </p:pic>
      <p:pic>
        <p:nvPicPr>
          <p:cNvPr id="26" name="Marcador de posición de imagen 25" descr="Una persona de pie frente a un edificio">
            <a:extLst>
              <a:ext uri="{FF2B5EF4-FFF2-40B4-BE49-F238E27FC236}">
                <a16:creationId xmlns:a16="http://schemas.microsoft.com/office/drawing/2014/main" id="{44498E43-C8EA-43BA-9A26-3008727E1E7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1" r="19091"/>
          <a:stretch/>
        </p:blipFill>
        <p:spPr>
          <a:xfrm>
            <a:off x="3502338" y="643636"/>
            <a:ext cx="2449512" cy="2476500"/>
          </a:xfrm>
        </p:spPr>
      </p:pic>
      <p:pic>
        <p:nvPicPr>
          <p:cNvPr id="28" name="Marcador de posición de imagen 27" descr="Una imagen que contiene texto, espacio interior, dispositivo">
            <a:extLst>
              <a:ext uri="{FF2B5EF4-FFF2-40B4-BE49-F238E27FC236}">
                <a16:creationId xmlns:a16="http://schemas.microsoft.com/office/drawing/2014/main" id="{3278E6CB-DC68-4C8D-8DC1-D1C6DA25E75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1" r="19091"/>
          <a:stretch/>
        </p:blipFill>
        <p:spPr>
          <a:xfrm>
            <a:off x="6240470" y="643636"/>
            <a:ext cx="2449512" cy="2476500"/>
          </a:xfrm>
        </p:spPr>
      </p:pic>
      <p:pic>
        <p:nvPicPr>
          <p:cNvPr id="34" name="Marcador de posición de imagen 33" descr="Imagen de una persona, en un espacio interior dibujando en vidrio">
            <a:extLst>
              <a:ext uri="{FF2B5EF4-FFF2-40B4-BE49-F238E27FC236}">
                <a16:creationId xmlns:a16="http://schemas.microsoft.com/office/drawing/2014/main" id="{FA31531E-464C-464F-8ED4-9CB461EA7FB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" r="1713"/>
          <a:stretch/>
        </p:blipFill>
        <p:spPr>
          <a:xfrm>
            <a:off x="8978301" y="643636"/>
            <a:ext cx="2449512" cy="2476500"/>
          </a:xfrm>
        </p:spPr>
      </p:pic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4FD4F6-D104-4BE2-9195-D77A932D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r>
              <a:t>DroneMission Pro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85D332-068C-478D-97EA-0D511BD2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r>
              <a:t>2026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94B98-E69D-493E-8058-816AE81F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lvl="0" rtl="0"/>
            <a:fld id="{E20EFF4B-E35B-4DE6-97A9-05E54E649A15}" type="slidenum">
              <a:rPr lang="es-ES" smtClean="0"/>
              <a:pPr lvl="0" rtl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3192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lógica: patrones de diseño</a:t>
            </a:r>
          </a:p>
        </p:txBody>
      </p:sp>
      <p:pic>
        <p:nvPicPr>
          <p:cNvPr id="3" name="Picture 2" descr="vista-logica-patr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91" y="1330000"/>
            <a:ext cx="9839678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</a:t>
            </a:r>
          </a:p>
        </p:txBody>
      </p:sp>
      <p:pic>
        <p:nvPicPr>
          <p:cNvPr id="3" name="Picture 2" descr="casos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480" y="1330000"/>
            <a:ext cx="2462300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vida de la misión</a:t>
            </a:r>
          </a:p>
        </p:txBody>
      </p:sp>
      <p:pic>
        <p:nvPicPr>
          <p:cNvPr id="3" name="Picture 2" descr="estado-m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71" y="1330000"/>
            <a:ext cx="3264118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entidad-relación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681" y="1330000"/>
            <a:ext cx="6501898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Secuencia: asignar drone y piloto</a:t>
            </a:r>
          </a:p>
        </p:txBody>
      </p:sp>
      <p:pic>
        <p:nvPicPr>
          <p:cNvPr id="3" name="Picture 2" descr="03-asignar-recur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65" y="1330000"/>
            <a:ext cx="9065130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en capas</a:t>
            </a:r>
          </a:p>
        </p:txBody>
      </p:sp>
      <p:pic>
        <p:nvPicPr>
          <p:cNvPr id="3" name="Picture 2" descr="arquitectura-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42" y="1330000"/>
            <a:ext cx="2947177" cy="5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Meiryo">
      <a:dk1>
        <a:srgbClr val="232323"/>
      </a:dk1>
      <a:lt1>
        <a:srgbClr val="FFFFFF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B9D587"/>
      </a:accent3>
      <a:accent4>
        <a:srgbClr val="E8BD32"/>
      </a:accent4>
      <a:accent5>
        <a:srgbClr val="809EC2"/>
      </a:accent5>
      <a:accent6>
        <a:srgbClr val="E3ADB6"/>
      </a:accent6>
      <a:hlink>
        <a:srgbClr val="34ADB6"/>
      </a:hlink>
      <a:folHlink>
        <a:srgbClr val="B2B2B2"/>
      </a:folHlink>
    </a:clrScheme>
    <a:fontScheme name="Meiryo UI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683_TF22749116_Win32" id="{BB180B25-054E-46BE-8296-C1E0A5F257B0}" vid="{A56E3A9A-E60E-4C6E-822A-67167B52046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389B4F5-D858-4228-A1A8-F9C09A238B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5A4AD-A372-48FB-978B-A62EF04BB6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4605F9-2AA0-4698-BBDB-0F81CCABFD7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Diseño Meriyo</Template>
  <TotalTime>486</TotalTime>
  <Words>45</Words>
  <Application>Microsoft Office PowerPoint</Application>
  <PresentationFormat>Panorámica</PresentationFormat>
  <Paragraphs>19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Meiryo</vt:lpstr>
      <vt:lpstr>Meiryo UI</vt:lpstr>
      <vt:lpstr>Arial</vt:lpstr>
      <vt:lpstr>Calibri</vt:lpstr>
      <vt:lpstr>MeiryoVTI</vt:lpstr>
      <vt:lpstr>Título de la presentación</vt:lpstr>
      <vt:lpstr>Vista de contexto</vt:lpstr>
      <vt:lpstr>Vista funcional</vt:lpstr>
      <vt:lpstr>Vista Lógica</vt:lpstr>
      <vt:lpstr>Vista de desarrollo</vt:lpstr>
      <vt:lpstr>Vista de despliegue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creator>Miguel Angel Tovar Bastidas</dc:creator>
  <cp:lastModifiedBy>Miguel Angel Tovar Bastidas</cp:lastModifiedBy>
  <cp:revision>1</cp:revision>
  <dcterms:created xsi:type="dcterms:W3CDTF">2023-10-31T15:36:42Z</dcterms:created>
  <dcterms:modified xsi:type="dcterms:W3CDTF">2023-10-31T23:43:36Z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